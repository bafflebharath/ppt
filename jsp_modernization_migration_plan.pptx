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JSP based application running on Ant server</a:t>
            </a:r>
          </a:p>
          <a:p>
            <a:r>
              <a:t>• Separate JSP and JavaScript files</a:t>
            </a:r>
          </a:p>
          <a:p>
            <a:r>
              <a:t>• Some Java code embedded inside JSP pages</a:t>
            </a:r>
          </a:p>
          <a:p>
            <a:r>
              <a:t>• Core business logic in Java classes</a:t>
            </a:r>
          </a:p>
          <a:p>
            <a:r>
              <a:t>• Database communication via Java to PL/SQL</a:t>
            </a:r>
          </a:p>
          <a:p>
            <a:r>
              <a:t>• Monolithic architecture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→ JSP Pages → Embedded Java Logic → Java Classes → PL/SQL → Database</a:t>
            </a:r>
          </a:p>
          <a:p/>
          <a:p>
            <a:r>
              <a:t>Tightly coupled layers make scaling and modernization difficult.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in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Tight coupling between UI and backend logic</a:t>
            </a:r>
          </a:p>
          <a:p>
            <a:r>
              <a:t>• Business logic partially embedded in JSP</a:t>
            </a:r>
          </a:p>
          <a:p>
            <a:r>
              <a:t>• Difficult to scale or reuse services</a:t>
            </a:r>
          </a:p>
          <a:p>
            <a:r>
              <a:t>• Hard to integrate with modern frontend frameworks</a:t>
            </a:r>
          </a:p>
          <a:p>
            <a:r>
              <a:t>• Maintenance complexity due to monolithic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Modernization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Modernize system without breaking existing functionality</a:t>
            </a:r>
          </a:p>
          <a:p/>
          <a:p>
            <a:r>
              <a:t>• Extract backend logic into Servlet based REST APIs</a:t>
            </a:r>
          </a:p>
          <a:p>
            <a:r>
              <a:t>• Reuse existing Java service classes</a:t>
            </a:r>
          </a:p>
          <a:p>
            <a:r>
              <a:t>• Keep database connectivity unchanged initially</a:t>
            </a:r>
          </a:p>
          <a:p>
            <a:r>
              <a:t>• Gradually decouple UI and backend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Target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Angular UI</a:t>
            </a:r>
          </a:p>
          <a:p>
            <a:r>
              <a:t>↓</a:t>
            </a:r>
          </a:p>
          <a:p>
            <a:r>
              <a:t>REST APIs (Servlet Layer)</a:t>
            </a:r>
          </a:p>
          <a:p>
            <a:r>
              <a:t>↓</a:t>
            </a:r>
          </a:p>
          <a:p>
            <a:r>
              <a:t>Existing Java Business Logic</a:t>
            </a:r>
          </a:p>
          <a:p>
            <a:r>
              <a:t>↓</a:t>
            </a:r>
          </a:p>
          <a:p>
            <a:r>
              <a:t>PL/SQL Procedures</a:t>
            </a:r>
          </a:p>
          <a:p>
            <a:r>
              <a:t>↓</a:t>
            </a:r>
          </a:p>
          <a:p>
            <a:r>
              <a:t>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API Exposure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data currently retrieved by JSP</a:t>
            </a:r>
          </a:p>
          <a:p>
            <a:r>
              <a:t>• Move that logic into Servlet endpoints</a:t>
            </a:r>
          </a:p>
          <a:p>
            <a:r>
              <a:t>• Create REST APIs returning JSON</a:t>
            </a:r>
          </a:p>
          <a:p>
            <a:r>
              <a:t>• Maintain existing Java service classes</a:t>
            </a:r>
          </a:p>
          <a:p>
            <a:r>
              <a:t>• Enable external frontend consumption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Frontend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Angular consumes REST APIs</a:t>
            </a:r>
          </a:p>
          <a:p>
            <a:r>
              <a:t>• UI separated from backend logic</a:t>
            </a:r>
          </a:p>
          <a:p>
            <a:r>
              <a:t>• Faster UI development</a:t>
            </a:r>
          </a:p>
          <a:p>
            <a:r>
              <a:t>• Improved scalability and maintainability</a:t>
            </a:r>
          </a:p>
          <a:p>
            <a:r>
              <a:t>• Easier future upgrades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the New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Modular architecture</a:t>
            </a:r>
          </a:p>
          <a:p>
            <a:r>
              <a:t>• Backend services reusable across platforms</a:t>
            </a:r>
          </a:p>
          <a:p>
            <a:r>
              <a:t>• Improved maintainability</a:t>
            </a:r>
          </a:p>
          <a:p>
            <a:r>
              <a:t>• Better scalability</a:t>
            </a:r>
          </a:p>
          <a:p>
            <a:r>
              <a:t>• Easier migration to microservices in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– Architecture assessment</a:t>
            </a:r>
          </a:p>
          <a:p>
            <a:r>
              <a:t>Phase 2 – Extract backend logic</a:t>
            </a:r>
          </a:p>
          <a:p>
            <a:r>
              <a:t>Phase 3 – Develop REST API layer</a:t>
            </a:r>
          </a:p>
          <a:p>
            <a:r>
              <a:t>Phase 4 – Integrate Angular frontend</a:t>
            </a:r>
          </a:p>
          <a:p>
            <a:r>
              <a:t>Phase 5 – Gradual JSP decommission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 &amp; Backward Compatibility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Existing JSP application continues running</a:t>
            </a:r>
          </a:p>
          <a:p>
            <a:r>
              <a:t>• Backend logic reused</a:t>
            </a:r>
          </a:p>
          <a:p>
            <a:r>
              <a:t>• Incremental API development</a:t>
            </a:r>
          </a:p>
          <a:p>
            <a:r>
              <a:t>• Parallel validation during migration</a:t>
            </a:r>
          </a:p>
          <a:p>
            <a:r>
              <a:t>• Low-risk modernization approach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modernization approach ensures minimal disruption while enabling</a:t>
            </a:r>
          </a:p>
          <a:p>
            <a:r>
              <a:t>a scalable and modern architecture using REST APIs and Angular frontend.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