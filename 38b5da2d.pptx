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JSP Monolithic → Spring Boot Migration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Exposing Legacy Data as REST APIs</a:t>
            </a:r>
          </a:p>
          <a:p>
            <a:r>
              <a:t>for Angular UI Consumption</a:t>
            </a:r>
          </a:p>
          <a:p/>
          <a:p>
            <a:r>
              <a:t>[Your Name] | March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JSP Monolithic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JSP + JS Files (Separate)</a:t>
            </a:r>
          </a:p>
          <a:p>
            <a:r>
              <a:t>Ant Server Deployment</a:t>
            </a:r>
          </a:p>
          <a:p>
            <a:r>
              <a:t>Java embedded in JSP</a:t>
            </a:r>
          </a:p>
          <a:p>
            <a:r>
              <a:t>Java → PLSQL Connectivity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Extract web layer data as REST APIs</a:t>
            </a:r>
          </a:p>
          <a:p>
            <a:r>
              <a:t>✅ Spring Boot (primary) or Servlet (fallback)</a:t>
            </a:r>
          </a:p>
          <a:p>
            <a:r>
              <a:t>✅ Angular UI consumption</a:t>
            </a:r>
          </a:p>
          <a:p>
            <a:r>
              <a:t>✅ ZERO disruption to existing JSP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Hybrid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Angular UI ← REST APIs → Existing Java Backend</a:t>
            </a:r>
          </a:p>
          <a:p/>
          <a:p>
            <a:r>
              <a:t>Existing JSP App runs UNTOUCHED</a:t>
            </a:r>
          </a:p>
          <a:p>
            <a:r>
              <a:t>New Spring Boot service exposes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Boot REST APIs</a:t>
            </a:r>
          </a:p>
          <a:p>
            <a:r>
              <a:t>├── Spring MVC</a:t>
            </a:r>
          </a:p>
          <a:p>
            <a:r>
              <a:t>├── Existing Java classes (reused)</a:t>
            </a:r>
          </a:p>
          <a:p>
            <a:r>
              <a:t>├── PLSQL connectivity</a:t>
            </a:r>
          </a:p>
          <a:p>
            <a:r>
              <a:t>└── Spring Security</a:t>
            </a:r>
          </a:p>
          <a:p/>
          <a:p>
            <a:r>
              <a:t>Fallback: Servlet container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4-Week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API Extraction</a:t>
            </a:r>
          </a:p>
          <a:p>
            <a:r>
              <a:t>Week 2: Spring Boot + PLSQL testing</a:t>
            </a:r>
          </a:p>
          <a:p>
            <a:r>
              <a:t>Week 3: Angular integration</a:t>
            </a:r>
          </a:p>
          <a:p>
            <a:r>
              <a:t>Week 4: Production deployment +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No production downtime</a:t>
            </a:r>
          </a:p>
          <a:p>
            <a:r>
              <a:t>✅ Modern REST APIs</a:t>
            </a:r>
          </a:p>
          <a:p>
            <a:r>
              <a:t>✅ Scalable architecture</a:t>
            </a:r>
          </a:p>
          <a:p>
            <a:r>
              <a:t>✅ Team upskills</a:t>
            </a:r>
          </a:p>
          <a:p>
            <a:r>
              <a:t>✅ Future-proof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Source code access</a:t>
            </a:r>
          </a:p>
          <a:p>
            <a:r>
              <a:t>2. Staging environment</a:t>
            </a:r>
          </a:p>
          <a:p>
            <a:r>
              <a:t>3. Kickoff call this week</a:t>
            </a:r>
          </a:p>
          <a:p>
            <a:r>
              <a:t>4. Phase 1 APIs: March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