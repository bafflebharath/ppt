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Application Modernization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JSP Monolithic Application → REST + Angular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JSP based web application</a:t>
            </a:r>
          </a:p>
          <a:p>
            <a:r>
              <a:t>• Running in Ant server environment</a:t>
            </a:r>
          </a:p>
          <a:p>
            <a:r>
              <a:t>• JSP + JavaScript files separated</a:t>
            </a:r>
          </a:p>
          <a:p>
            <a:r>
              <a:t>• Java code embedded inside JSP</a:t>
            </a:r>
          </a:p>
          <a:p>
            <a:r>
              <a:t>• Backend logic in Java classes</a:t>
            </a:r>
          </a:p>
          <a:p>
            <a:r>
              <a:t>• Database connectivity using Java → PL/SQL</a:t>
            </a:r>
          </a:p>
          <a:p>
            <a:r>
              <a:t>• Monolithic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System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Browser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JSP Pages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Embedded Java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3152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Java Classes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6012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PL/SQL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18872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Database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430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Tight coupling between UI and backend</a:t>
            </a:r>
          </a:p>
          <a:p>
            <a:r>
              <a:t>• Business logic embedded in JSP</a:t>
            </a:r>
          </a:p>
          <a:p>
            <a:r>
              <a:t>• Hard to scale and maintain</a:t>
            </a:r>
          </a:p>
          <a:p>
            <a:r>
              <a:t>• Difficult to integrate modern UI</a:t>
            </a:r>
          </a:p>
          <a:p>
            <a:r>
              <a:t>• Limited API capabilities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Modernization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Modernize without breaking existing functionality</a:t>
            </a:r>
          </a:p>
          <a:p>
            <a:r>
              <a:t>• Reuse existing Java business logic</a:t>
            </a:r>
          </a:p>
          <a:p>
            <a:r>
              <a:t>• Introduce REST API layer</a:t>
            </a:r>
          </a:p>
          <a:p>
            <a:r>
              <a:t>• Enable modern frontend integration</a:t>
            </a:r>
          </a:p>
          <a:p>
            <a:r>
              <a:t>• Gradual transformation to modular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Angular UI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REST APIs (Servlet)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Java Services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3152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PL/SQL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6012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Database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 API Exposure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Extract logic currently used by JSP</a:t>
            </a:r>
          </a:p>
          <a:p>
            <a:r>
              <a:t>• Create Servlet-based REST APIs</a:t>
            </a:r>
          </a:p>
          <a:p>
            <a:r>
              <a:t>• Return JSON responses</a:t>
            </a:r>
          </a:p>
          <a:p>
            <a:r>
              <a:t>• Reuse existing Java services</a:t>
            </a:r>
          </a:p>
          <a:p>
            <a:r>
              <a:t>• Allow multiple clients to consume APIs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Angular Frontend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Angular UI consumes REST APIs</a:t>
            </a:r>
          </a:p>
          <a:p>
            <a:r>
              <a:t>• UI fully separated from backend</a:t>
            </a:r>
          </a:p>
          <a:p>
            <a:r>
              <a:t>• Faster development cycles</a:t>
            </a:r>
          </a:p>
          <a:p>
            <a:r>
              <a:t>• Scalable frontend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Assisted Development – Vibe 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Development accelerated using GitHub Copilot</a:t>
            </a:r>
          </a:p>
          <a:p>
            <a:r>
              <a:t>• Prompt-driven code generation approach</a:t>
            </a:r>
          </a:p>
          <a:p>
            <a:r>
              <a:t>• Engineers provide architecture prompts</a:t>
            </a:r>
          </a:p>
          <a:p>
            <a:r>
              <a:t>• Copilot generates boilerplate and API code</a:t>
            </a:r>
          </a:p>
          <a:p>
            <a:r>
              <a:t>• Minimal manual coding required</a:t>
            </a:r>
          </a:p>
          <a:p>
            <a:r>
              <a:t>• Faster development and modernization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Analyze JSP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Extract Logic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86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Create REST API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3152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Integrate Angular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6012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Gradually Replace JSP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0" y="228600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 – System assessment</a:t>
            </a:r>
          </a:p>
          <a:p>
            <a:r>
              <a:t>Phase 2 – API layer implementation</a:t>
            </a:r>
          </a:p>
          <a:p>
            <a:r>
              <a:t>Phase 3 – Angular integration</a:t>
            </a:r>
          </a:p>
          <a:p>
            <a:r>
              <a:t>Phase 4 – Parallel run with JSP</a:t>
            </a:r>
          </a:p>
          <a:p>
            <a:r>
              <a:t>Phase 5 – Gradual legacy decommission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the New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Decoupled frontend and backend</a:t>
            </a:r>
          </a:p>
          <a:p>
            <a:r>
              <a:t>• REST based architecture</a:t>
            </a:r>
          </a:p>
          <a:p>
            <a:r>
              <a:t>• Reusable services</a:t>
            </a:r>
          </a:p>
          <a:p>
            <a:r>
              <a:t>• Easier maintenance</a:t>
            </a:r>
          </a:p>
          <a:p>
            <a:r>
              <a:t>• Future ready for microservices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Existing system continues running</a:t>
            </a:r>
          </a:p>
          <a:p>
            <a:r>
              <a:t>• Incremental migration</a:t>
            </a:r>
          </a:p>
          <a:p>
            <a:r>
              <a:t>• Parallel validation</a:t>
            </a:r>
          </a:p>
          <a:p>
            <a:r>
              <a:t>• No big-bang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